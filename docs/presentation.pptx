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Сервис отвечает на два вопроса: где горит прямо сейчас и сколько леса сгорело. Всё построено на бесплатных публичных источниках.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этапа независимы по данным, но связаны общим идентификатором пожара.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 Landsat для активного огня покрывает только США и Канаду — по России данных нет, он исключён из этапа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идея архитектуры: отсутствие данных никогда не равно отрицательному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иллюстрация, а скриншот работающей карты на живых данных. Сгущение на севере — Эвенкия.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Расхождения с ТЗ мы фиксируем, а не замалчиваем: они меняют планирование.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это именно газовые факелы, мы не доказали: доказано, что они неподвижны и стабильны по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Правило «облачность не более 20 процентов по сцене» из исходного ТЗ в сибирский сезон не оставило бы ни одной пары.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не стали подкручивать пороги, чтобы число стало красивым. Отрицательный результат опубликован как есть.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классификации не трогали. Изменили процедуру отбора сцен, а не критерий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Панель различает время последнего успешного опроса и время последней детекции — это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Отрицательный результат здесь — поставка, а не неудача.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того, что не доказано, — часть результата, поэтому слайд не убран.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Кеш лежит в репозитории в сжатом колоночном формате — карту можно поднять на свежем клоне без ключей.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oloshko/fir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oloshko/fir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6583680" cy="6583680"/>
          </a:xfrm>
          <a:prstGeom prst="ellipse">
            <a:avLst/>
          </a:prstGeom>
          <a:solidFill>
            <a:srgbClr val="241A15"/>
          </a:solidFill>
          <a:ln w="12700">
            <a:solidFill>
              <a:srgbClr val="241A1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3108960"/>
            <a:ext cx="4206240" cy="4206240"/>
          </a:xfrm>
          <a:prstGeom prst="ellipse">
            <a:avLst/>
          </a:prstGeom>
          <a:solidFill>
            <a:srgbClr val="1D1A20"/>
          </a:solidFill>
          <a:ln w="12700">
            <a:solidFill>
              <a:srgbClr val="1D1A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КРАСНОЯРСКИЙ КРАЙ И СИБИРЬ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37160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Оперативный мониторинг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лесных пожаров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очагов по тепловым каналам и картирование гарей по снимкам Sentinel-2. Только публичные данные — без закрытых ведомственных систем.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709160"/>
            <a:ext cx="3931920" cy="566928"/>
          </a:xfrm>
          <a:prstGeom prst="roundRect">
            <a:avLst>
              <a:gd name="adj" fmla="val 12903"/>
            </a:avLst>
          </a:prstGeom>
          <a:solidFill>
            <a:srgbClr val="F0A132"/>
          </a:solidFill>
          <a:ln w="12700">
            <a:solidFill>
              <a:srgbClr val="F0A132"/>
            </a:solidFill>
            <a:prstDash val="solid"/>
          </a:ln>
        </p:spPr>
      </p:sp>
      <p:sp>
        <p:nvSpPr>
          <p:cNvPr id="8" name="Text 6">
            <a:hlinkClick r:id="rId1" tooltip=""/>
          </p:cNvPr>
          <p:cNvSpPr txBox="1"/>
          <p:nvPr/>
        </p:nvSpPr>
        <p:spPr>
          <a:xfrm>
            <a:off x="68580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121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github.com/voloshko/fires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47091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исходный код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на 18 сентября 2026 · 60 суток наблюдений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задачи, одна цепочка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920240"/>
            <a:ext cx="310896" cy="310896"/>
          </a:xfrm>
          <a:prstGeom prst="ellipse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08760" y="192024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горит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8036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Тепловые точки со спутников, очищенные от ложных срабатываний: газовых факелов, сельхозпалов, промышленных источников.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1920240"/>
            <a:ext cx="310896" cy="310896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0" y="192024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3774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сгорело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88036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Снимки до и после пожара, индекс гари dNBR, площадь в гектарах с разбивкой по степени поражения леса.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434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веб-карта и REST API: очаг можно найти, открыть его карточку и получить площадь гари с указанием, насколько этому числу можно верить.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задание · docs/TZ.md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на публичных данных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389120"/>
                <a:gridCol w="2743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Источник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даёт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очаги: MODIS и три аппарата VIIRS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0A1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ключ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 L2A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снимки для расчёта гари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 WorldCover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маска сельхозземель, 10 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MODIS MCD64A1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площади гарей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Landsat Collection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ретроспектива с 1982 года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анонимно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3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2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источника из пяти берутся через один каталог Microsoft Planetary Computer без регистрации. Закрытые системы — ИСДМ-Рослесхоз и ВЕГА-Science — не используются: доступ к ним через ЕСИА.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эндпоинты проверены обращением 18.09.2026 · протокол в docs/TZ.md, раздел 14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от точки до гектаров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FIRMS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источника каждые 3 часа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36976" y="2066544"/>
            <a:ext cx="219456" cy="219456"/>
          </a:xfrm>
          <a:prstGeom prst="rightArrow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93008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608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721608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шкалы, факелы, сельхозпалы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44184" y="2066544"/>
            <a:ext cx="219456" cy="219456"/>
          </a:xfrm>
          <a:prstGeom prst="rightArrow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0216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кластеры с историей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51392" y="2066544"/>
            <a:ext cx="219456" cy="219456"/>
          </a:xfrm>
          <a:prstGeom prst="rightArrow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07424" y="16002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36024" y="175564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Гарь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336024" y="21031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dNBR и площадь в га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200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Хранилище только на добавление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39312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Правка и удаление истории запрещены на уровне базы. Фильтр ничего не выбрасывает — он переносит точки в служебный слой, и их всегда можно посмотреть.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200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наблюдений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639312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Записывается каждый опрос, включая пустые. Без этого «детекций нет» неотличимо от «спутник не пролетал», и пожар можно объявить потухшим из-за облачности.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SPEC-1 … SPEC-9 · 351 тест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834640" y="0"/>
            <a:ext cx="93268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937760" y="0"/>
            <a:ext cx="1371600" cy="6858000"/>
          </a:xfrm>
          <a:prstGeom prst="rect">
            <a:avLst/>
          </a:prstGeom>
          <a:solidFill>
            <a:srgbClr val="0E1116">
              <a:alpha val="55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2344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2562 события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60 суток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78892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и цвет круга — суммарная мощность излучения очага. Крупнейший комплекс в Эвенкии дал 310 818 мегаватт за две недели горения.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160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933 354 детекции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5445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57 теплоисточников отсеяно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92861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гари посчитано и проверено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62910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снимок карты сервиса · 20.07–18.09.2026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Миллион точек становится тысячами пожаров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3395472" cy="1920240"/>
          </a:xfrm>
          <a:prstGeom prst="roundRect">
            <a:avLst>
              <a:gd name="adj" fmla="val 4286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D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933 354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42316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детекции от спутников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70632"/>
            <a:ext cx="2846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сырой поток за 60 суток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3024" y="1554480"/>
            <a:ext cx="3395472" cy="1920240"/>
          </a:xfrm>
          <a:prstGeom prst="roundRect">
            <a:avLst>
              <a:gd name="adj" fmla="val 4286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57344" y="17373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881 612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657344" y="242316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прошли фильтры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770632"/>
            <a:ext cx="2846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отсев по достоверности и персистентности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80248" y="1554480"/>
            <a:ext cx="3395472" cy="1920240"/>
          </a:xfrm>
          <a:prstGeom prst="roundRect">
            <a:avLst>
              <a:gd name="adj" fmla="val 4286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4568" y="17373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2562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354568" y="242316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пожаров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54568" y="2770632"/>
            <a:ext cx="2846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606 завершённых, 282 активных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703320"/>
            <a:ext cx="10789920" cy="1417320"/>
          </a:xfrm>
          <a:prstGeom prst="roundRect">
            <a:avLst>
              <a:gd name="adj" fmla="val 5806"/>
            </a:avLst>
          </a:prstGeom>
          <a:solidFill>
            <a:srgbClr val="1E1A16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3977640"/>
            <a:ext cx="329184" cy="329184"/>
          </a:xfrm>
          <a:prstGeom prst="ellipse">
            <a:avLst/>
          </a:prstGeom>
          <a:solidFill>
            <a:srgbClr val="E0622B"/>
          </a:solidFill>
          <a:ln w="12700">
            <a:solidFill>
              <a:srgbClr val="E062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9593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измерили, а не предположили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38912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Техзадание называло низкую достоверность «основным источником ложных срабатываний». На живых данных этот фильтр отсекает всего </a:t>
            </a:r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процента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Значит, на нём одном целевые показатели не построить — основную работу делают фильтры факелов и сельхозпалов.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SPEC-3, SPEC-6 · измерено на 1872 детекциях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Газовый факел горит неделями. Пожар движется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Факелы нефтегазовых районов Сибири горят при температуре около 1800 кельвинов — вдвое горячее биомассы — и штатными алгоритмами отсеиваются плохо. Признак, доступный без сырой радиометрии: неподвижность и стабильная мощность.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395472" cy="2788920"/>
          </a:xfrm>
          <a:prstGeom prst="roundRect">
            <a:avLst>
              <a:gd name="adj" fmla="val 2951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65176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СЛУЖЕБНЫЙ СЛОЙ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4436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77.5%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5760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ночных наблюдений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069080"/>
            <a:ext cx="284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A1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МВт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553712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максимальная мощность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3024" y="2468880"/>
            <a:ext cx="3395472" cy="2788920"/>
          </a:xfrm>
          <a:prstGeom prst="roundRect">
            <a:avLst>
              <a:gd name="adj" fmla="val 2951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7344" y="265176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СЛОЙ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57344" y="294436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6E9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50.9%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4657344" y="365760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ночных наблюдений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57344" y="4069080"/>
            <a:ext cx="284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322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2682 МВт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57344" y="4553712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максимальная мощность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0248" y="2468880"/>
            <a:ext cx="3395472" cy="2788920"/>
          </a:xfrm>
          <a:prstGeom prst="roundRect">
            <a:avLst>
              <a:gd name="adj" fmla="val 2951"/>
            </a:avLst>
          </a:prstGeom>
          <a:solidFill>
            <a:srgbClr val="241A15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54568" y="2651760"/>
            <a:ext cx="284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3017520"/>
            <a:ext cx="28468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Максимум мощности в служебном слое в </a:t>
            </a:r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раз ниже</a:t>
            </a:r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Крупные пожарные комплексы туда не попали — фильтр не съедает настоящие пожары.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SPEC-4 · 57 источников найдено на 61 243 детекциях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Гарь: снимок до, снимок после, разница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гари считается по ближнему и коротковолновому инфракрасным каналам. Разница между снимками до и после пожара даёт степень поражения; площадь каждого класса суммируется в гектарах.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тайл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 сцен строго из одной зоны проекции. Иначе сетки не совпадут и вычитание даст мусор.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44545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0577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0577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Облачность по месту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0577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 всей сцене 110 километров, а по самой области пожара: нужно 80 процентов чистых пикселей.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03290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59322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9322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Полярная ночь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59322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Севернее 66 градусов зимой оптики нет вовсе. Сервис отвечает «отложено» с датой, а не нулём гектаров.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62034" y="2377440"/>
            <a:ext cx="2514600" cy="2606040"/>
          </a:xfrm>
          <a:prstGeom prst="roundRect">
            <a:avLst>
              <a:gd name="adj" fmla="val 3273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18066" y="2606040"/>
            <a:ext cx="274320" cy="274320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18066" y="2999232"/>
            <a:ext cx="2002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под маской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18066" y="3566160"/>
            <a:ext cx="2002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без неё не публикуется: гектары по области, наполовину закрытой облаком, выглядят так же честно.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SPEC-7 · пороги USGS, версия сохраняется вместе с результатом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6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ПЕРВАЯ ПОПЫТКА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6868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Конвейер выдал 17 711 гектаров.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оказалось ложным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4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проверили результат об источник, который его и породил: попадают ли термоточки пожара на пиксели, помеченные гарью. Корректная карта даёт попадание заметно чаще случайного.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971800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Класс поражения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площади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точек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9A9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горело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3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умеренно слабое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3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умеренно сильное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3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2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1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5800" y="52303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Термоточки попадали на «гарь» реже случайного,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 94 процента из них лежали там, где «не горело». Причина — сцены июня и сентября: сезонное увядание растительности конвейер принял за пожар.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SPEC-7-LIVE-002, статус FAIL · опубликован, а не переписан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ИСПРАВЛЕНИЕ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6868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Сцены должны быть сняты в одну фазу сезона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657600" cy="3291840"/>
          </a:xfrm>
          <a:prstGeom prst="roundRect">
            <a:avLst>
              <a:gd name="adj" fmla="val 2500"/>
            </a:avLst>
          </a:prstGeom>
          <a:solidFill>
            <a:srgbClr val="16221D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ПО ДНЮ ГОДА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31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22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суток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было: июнь против сентября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290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28–30 суток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950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стало: ограничение в конвейере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6858000" cy="3291840"/>
          </a:xfrm>
          <a:prstGeom prst="roundRect">
            <a:avLst>
              <a:gd name="adj" fmla="val 2500"/>
            </a:avLst>
          </a:prstGeom>
          <a:solidFill>
            <a:srgbClr val="16221D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92040" y="20116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 С МЕСТОМ ГОРЕНИЯ, ТРИ КОНТРОЛЬНЫХ ПОЖАРА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237744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788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Широта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D97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Площадь гари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 северной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73.5 га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северной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11 858 га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 северной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5BC8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6E9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7 823 га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42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2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892040" y="41605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A8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Было 0.25 — реже случайного. Стало от 2.7 до 11.6 раз чаще. А тот самый пожар с 17 711 гектарами теперь честно отвечает «пары сцен нет, посчитать не могу».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82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SPEC-9 · результат ниже порога получает статус «не проверено» и не публикуется как факт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deck_u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192024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85800" y="4114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Тонкий клиент: вся арифметика на сервере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43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слоя, панель отчёта по классам поражения, экспорт в GeoJSON и CSV, состояние каждого источника данных.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Восемь эндпоинтов REST API · старт из кеша за 8 секунд без ключей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число тянет за собой доказательство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Область позволяет соврать незаметно: площадь гари посчитается всегда, доля ложных срабатываний получится любым числом, а сверить с землёй нечем. Поэтому код не пишется раньше своей спецификации, а каждый прогон оставляет запись на диске.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3395472" cy="1783080"/>
          </a:xfrm>
          <a:prstGeom prst="roundRect">
            <a:avLst>
              <a:gd name="adj" fmla="val 4615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542032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200400"/>
            <a:ext cx="284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спецификаций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520440"/>
            <a:ext cx="2846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критерии приёмки с командами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3024" y="2377440"/>
            <a:ext cx="3395472" cy="1783080"/>
          </a:xfrm>
          <a:prstGeom prst="roundRect">
            <a:avLst>
              <a:gd name="adj" fmla="val 4615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2542032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3200400"/>
            <a:ext cx="284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520440"/>
            <a:ext cx="2846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назван по критерию, который проверяет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80248" y="2377440"/>
            <a:ext cx="3395472" cy="1783080"/>
          </a:xfrm>
          <a:prstGeom prst="roundRect">
            <a:avLst>
              <a:gd name="adj" fmla="val 4615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54568" y="2542032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354568" y="3200400"/>
            <a:ext cx="2846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записей о прогонах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3520440"/>
            <a:ext cx="2846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включая один со статусом «провал»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370832"/>
            <a:ext cx="10789920" cy="1234440"/>
          </a:xfrm>
          <a:prstGeom prst="roundRect">
            <a:avLst>
              <a:gd name="adj" fmla="val 6667"/>
            </a:avLst>
          </a:prstGeom>
          <a:solidFill>
            <a:srgbClr val="1E1A16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4617720"/>
            <a:ext cx="292608" cy="292608"/>
          </a:xfrm>
          <a:prstGeom prst="ellipse">
            <a:avLst/>
          </a:prstGeom>
          <a:solidFill>
            <a:srgbClr val="F0A132"/>
          </a:solidFill>
          <a:ln w="12700">
            <a:solidFill>
              <a:srgbClr val="F0A1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63040" y="45902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Правила, которые проверяет автоматика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9834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«проверено» невозможно проставить без записи об успешном прогоне на диске. Каждая запись обязана содержать список того, что она </a:t>
            </a:r>
            <a:pPr indent="0" marL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доказывает. Порог не двигают после того, как увидели результат.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 перенесена из соседних проектов · gate запускается в CI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сервис пока не доказывает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3395472" cy="2286000"/>
          </a:xfrm>
          <a:prstGeom prst="roundRect">
            <a:avLst>
              <a:gd name="adj" fmla="val 36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5564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не сверена с землёй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487168"/>
            <a:ext cx="284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по термоточкам ловит грубое расхождение, но саму площадь не измеряет. Сверка с контрольными продуктами запланирована и не выполнена.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3024" y="1554480"/>
            <a:ext cx="3395472" cy="2286000"/>
          </a:xfrm>
          <a:prstGeom prst="roundRect">
            <a:avLst>
              <a:gd name="adj" fmla="val 36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57344" y="175564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не откалиброваны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57344" y="2487168"/>
            <a:ext cx="284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Шкала степени поражения получена на другой растительности. Для лиственничных и тёмнохвойных лесов Сибири она не валидирована.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80248" y="1554480"/>
            <a:ext cx="3395472" cy="2286000"/>
          </a:xfrm>
          <a:prstGeom prst="roundRect">
            <a:avLst>
              <a:gd name="adj" fmla="val 36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4568" y="1755648"/>
            <a:ext cx="2846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0A1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Машинное обучение не применяется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54568" y="2487168"/>
            <a:ext cx="284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сервис пороговый: ни одна из 34 констант не подобрана по данным. Обучение на архивах описано спецификациями, но не начато.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06908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16221D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4315968"/>
            <a:ext cx="292608" cy="292608"/>
          </a:xfrm>
          <a:prstGeom prst="ellipse">
            <a:avLst/>
          </a:prstGeom>
          <a:solidFill>
            <a:srgbClr val="5BC8AF"/>
          </a:solidFill>
          <a:ln w="12700">
            <a:solidFill>
              <a:srgbClr val="5BC8A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63040" y="4288536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C8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дальше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468172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Многолетний архив спутниковых детекций как обучающая выборка, контрольные продукты гарей в роли разметки, дообучение сегментации и честное сравнение с нынешним пороговым методом. Отрицательный исход заранее объявлен допустимым результатом.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записаны в 26 файлах доказательств, а не вынесены за скобки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097280"/>
            <a:ext cx="5852160" cy="5852160"/>
          </a:xfrm>
          <a:prstGeom prst="ellipse">
            <a:avLst/>
          </a:prstGeom>
          <a:solidFill>
            <a:srgbClr val="16221D"/>
          </a:solidFill>
          <a:ln w="12700">
            <a:solidFill>
              <a:srgbClr val="16221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005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 открыт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F0A132"/>
          </a:solidFill>
          <a:ln w="12700">
            <a:solidFill>
              <a:srgbClr val="F0A132"/>
            </a:solidFill>
            <a:prstDash val="solid"/>
          </a:ln>
        </p:spPr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685800" y="21488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u="sng" dirty="0">
                <a:solidFill>
                  <a:srgbClr val="1215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github.com/voloshko/fires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97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спецификации, тесты, доказательства прогонов и кеш данных — всё в репозитории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703320"/>
            <a:ext cx="3395472" cy="1371600"/>
          </a:xfrm>
          <a:prstGeom prst="roundRect">
            <a:avLst>
              <a:gd name="adj" fmla="val 6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88620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serve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2519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за 8 секунд, ключи не нужны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3024" y="3703320"/>
            <a:ext cx="3395472" cy="1371600"/>
          </a:xfrm>
          <a:prstGeom prst="roundRect">
            <a:avLst>
              <a:gd name="adj" fmla="val 6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7344" y="388620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gate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57344" y="42519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прослеживаемости и доказательств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0248" y="3703320"/>
            <a:ext cx="3395472" cy="1371600"/>
          </a:xfrm>
          <a:prstGeom prst="roundRect">
            <a:avLst>
              <a:gd name="adj" fmla="val 6000"/>
            </a:avLst>
          </a:prstGeom>
          <a:solidFill>
            <a:srgbClr val="1A1F27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4568" y="3886200"/>
            <a:ext cx="284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C8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data/demo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4251960"/>
            <a:ext cx="2846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C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933 354 детекции в 14 мегабайтах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91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Красноярский край · 20.07–18.09.2026 · лицензии данных указаны в репозитории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Оперативный мониторинг лесных пожаров</dc:title>
  <dc:subject>PptxGenJS Presentation</dc:subject>
  <dc:creator>fires</dc:creator>
  <cp:lastModifiedBy>fires</cp:lastModifiedBy>
  <cp:revision>1</cp:revision>
  <dcterms:created xsi:type="dcterms:W3CDTF">2026-09-18T15:26:24Z</dcterms:created>
  <dcterms:modified xsi:type="dcterms:W3CDTF">2026-09-18T15:26:24Z</dcterms:modified>
</cp:coreProperties>
</file>