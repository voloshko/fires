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Сервис отвечает на два вопроса: где горит прямо сейчас и сколько леса сгорело. Всё построено на бесплатных публичных источниках.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этапа независимы по данным, но связаны общим идентификатором пожара.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Продукт Landsat для активного огня покрывает только США и Канаду — по России данных нет, он исключён из этапа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идея архитектуры: отсутствие данных никогда не равно отрицательному ответу.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иллюстрация, а скриншот работающей карты на живых данных. Сгущение на севере — Эвенкия.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Расхождения с ТЗ мы фиксируем, а не замалчиваем: они меняют планирование.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это именно газовые факелы, мы не доказали: доказано, что они неподвижны и стабильны по мощности.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Правило «облачность не более 20 процентов по сцене» из исходного ТЗ в сибирский сезон не оставило бы ни одной пары.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стали подкручивать пороги, чтобы число стало красивым. Отрицательный результат опубликован как есть.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Пороги классификации не трогали. Изменили процедуру отбора сцен, а не критерий оценки.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Панель различает время последнего успешного опроса и время последней детекции — это разные величины.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Отрицательный результат здесь — поставка, а не неудача.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Формат закрыли раньше моделей намеренно: риск нулевого балла снимается один раз и навсегда.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Числа — на 35 чипах вне обучения, микро-усреднение, как у проверяющей системы. Финальные модели обучены на всех 224; к закрытой выборке эти числа не относятся напрямую.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точка — принятая гипотеза, оранжевые — правила, вычитанные из разметки: гарь под облаками дала треть всей прибавки без единого обучения. Пунктир — опубликованные результаты конкурентов на их наборах; сравнение приблизительное. Последняя точка — сиамские сети с половиной веса, v17. По чистому небу на случайных чипах 0.781 — выше лучшего CEMS; на групповых фолдах, где отложены целые пожары, 0.733. Второе место — верхняя оценка, и мы говорим это вслух.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Закономерность одна: помогло всё, что расширяло обзор или читало разметку; не помогло ничто, что уточняло пиксель или усложняло модель. Prithvi на 303 миллиона параметров запомнил 144 чипа.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площади гари на случайных чипах мы на уровне лучшего результата бенчмарка CEMS-Wildfire при вдвое меньшей выборке — и считаем пиксели под облаками, которых бенчмарки не считают. На групповых фолдах 0.733 — между DeepLabV3+ и SegNext: честная нижняя оценка. До Prithvi на американских лесных пожарах при 30 метрах далеко в любой шкале. Прибавка сиамских сетей подтверждена на 144 чипах вне обучения: 4 фолда из 5 в плюс.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проверили происхождение разметки там, где это законно — на обучающих чипах. Она не из MODIS и не из FIRMS: 30 процентов гари дальше километра от любой термоточки, а у 12 процентов чипов сцена разметки не совпадает с выданной. Для теста внешние данные не подтягивались.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Список того, что не доказано, — часть результата, поэтому слайд не убран.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Кеш лежит в репозитории в сжатом колоночном формате — карту можно поднять на свежем клоне без ключей.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Оперативный мониторинг лесных пожаров</dc:title>
  <dc:subject>PptxGenJS Presentation</dc:subject>
  <dc:creator>fires</dc:creator>
  <cp:lastModifiedBy>fires</cp:lastModifiedBy>
  <cp:revision>1</cp:revision>
  <dcterms:created xsi:type="dcterms:W3CDTF">2026-09-19T16:01:01Z</dcterms:created>
  <dcterms:modified xsi:type="dcterms:W3CDTF">2026-09-19T16:01:01Z</dcterms:modified>
</cp:coreProperties>
</file>