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Последняя точка — сиамские сети с половиной веса и фильтр чужих пожаров по согласию ветвей, v18. По чистому небу на случайных чипах 0.784 — выше лучшего CEMS; на групповых фолдах, где отложены целые пожары, 0.745. Второе место — верхняя оценка, и мы говорим это вслух.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на случайных чипах мы на уровне лучшего результата бенчмарка CEMS-Wildfire при вдвое меньшей выборке — и считаем пиксели под облаками, которых бенчмарки не считают. На групповых фолдах 0.745 — между DeepLabV3+ и SegNext: честная нижняя оценка. До Prithvi на американских лесных пожарах при 30 метрах далеко в любой шкале. Прибавка сиамских сетей и фильтра согласия подтверждена на 144 чипах вне обучения: 4 фолда из 5 в плюс.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происхождение разметки там, где это законно — на обучающих чипах. Она не из MODIS и не из FIRMS: 30 процентов гари дальше километра от любой термоточки, а у 12 процентов чипов сцена разметки не совпадает с выданной. Для теста внешние данные не подтягивались.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2026-09-20T07:55:18Z</dcterms:created>
  <dcterms:modified xsi:type="dcterms:W3CDTF">2026-09-20T07:55:18Z</dcterms:modified>
</cp:coreProperties>
</file>