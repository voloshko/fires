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— на 35 чипах вне обучения, микро-усреднение, как у проверяющей системы. Финальные модели обучены на всех 224; к закрытой выборке эти числа не относятся напрямую.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точка — принятая гипотеза, оранжевые — правила, вычитанные из разметки: гарь под облаками дала треть всей прибавки без единого обучения. Пунктир — опубликованные результаты конкурентов на их наборах; сравнение приблизительное. Последняя точка — v20: сиамские сети с половиной веса, фильтр по согласию ветвей и обучение с упором на бледные гари. По чистому небу на случайных чипах 0.792 — выше лучшего CEMS; на групповых фолдах, где отложены целые пожары, 0.750. Второе место — верхняя оценка, и мы говорим это вслух.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Закономерность одна: помогло всё, что расширяло обзор или читало разметку; не помогло ничто, что уточняло пиксель или усложняло модель. Prithvi на 303 миллиона параметров запомнил 144 чипа.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площади гари на случайных чипах мы на уровне лучшего результата бенчмарка CEMS-Wildfire при вдвое меньшей выборке — и считаем пиксели под облаками, которых бенчмарки не считают. На групповых фолдах 0.750 — между DeepLabV3+ и SegNext: честная нижняя оценка. До Prithvi на американских лесных пожарах при 30 метрах далеко в любой шкале. Каждый шаг последних версий подтверждён парно на 144 чипах вне обучения и на 35 настроечных; порог вероятности, дававший плюс только на одной шкале, отклонён.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проверили происхождение разметки там, где это законно — на обучающих чипах. Она не из MODIS и не из FIRMS: 30 процентов гари дальше километра от любой термоточки, а у 12 процентов чипов сцена разметки не совпадает с выданной. Для теста внешние данные не подтягивались.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2026-09-21T08:40:54Z</dcterms:created>
  <dcterms:modified xsi:type="dcterms:W3CDTF">2026-09-21T08:40:54Z</dcterms:modified>
</cp:coreProperties>
</file>